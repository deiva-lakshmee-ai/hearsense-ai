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79934-BF34-4C7D-A92E-80DE5366D28D}" v="10" dt="2026-07-29T15:44:44.07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0" d="100"/>
          <a:sy n="40" d="100"/>
        </p:scale>
        <p:origin x="72" y="3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iva Lakshmee" userId="0d675b182d531976" providerId="LiveId" clId="{D689C27B-D4C5-40EE-B4DA-D5417F25B07F}"/>
    <pc:docChg chg="undo custSel addSld delSld modSld">
      <pc:chgData name="Deiva Lakshmee" userId="0d675b182d531976" providerId="LiveId" clId="{D689C27B-D4C5-40EE-B4DA-D5417F25B07F}" dt="2026-07-29T16:59:46.871" v="787" actId="1076"/>
      <pc:docMkLst>
        <pc:docMk/>
      </pc:docMkLst>
      <pc:sldChg chg="addSp delSp modSp add del mod">
        <pc:chgData name="Deiva Lakshmee" userId="0d675b182d531976" providerId="LiveId" clId="{D689C27B-D4C5-40EE-B4DA-D5417F25B07F}" dt="2026-07-29T16:59:10.775" v="777" actId="1076"/>
        <pc:sldMkLst>
          <pc:docMk/>
          <pc:sldMk cId="0" sldId="256"/>
        </pc:sldMkLst>
        <pc:spChg chg="del">
          <ac:chgData name="Deiva Lakshmee" userId="0d675b182d531976" providerId="LiveId" clId="{D689C27B-D4C5-40EE-B4DA-D5417F25B07F}" dt="2026-07-29T16:18:02.626" v="649" actId="478"/>
          <ac:spMkLst>
            <pc:docMk/>
            <pc:sldMk cId="0" sldId="256"/>
            <ac:spMk id="4" creationId="{00000000-0000-0000-0000-000000000000}"/>
          </ac:spMkLst>
        </pc:spChg>
        <pc:spChg chg="mod">
          <ac:chgData name="Deiva Lakshmee" userId="0d675b182d531976" providerId="LiveId" clId="{D689C27B-D4C5-40EE-B4DA-D5417F25B07F}" dt="2026-07-29T16:30:27.511" v="730" actId="113"/>
          <ac:spMkLst>
            <pc:docMk/>
            <pc:sldMk cId="0" sldId="256"/>
            <ac:spMk id="10" creationId="{00000000-0000-0000-0000-000000000000}"/>
          </ac:spMkLst>
        </pc:spChg>
        <pc:spChg chg="mod">
          <ac:chgData name="Deiva Lakshmee" userId="0d675b182d531976" providerId="LiveId" clId="{D689C27B-D4C5-40EE-B4DA-D5417F25B07F}" dt="2026-07-29T16:22:37.092" v="712" actId="404"/>
          <ac:spMkLst>
            <pc:docMk/>
            <pc:sldMk cId="0" sldId="256"/>
            <ac:spMk id="12" creationId="{00000000-0000-0000-0000-000000000000}"/>
          </ac:spMkLst>
        </pc:spChg>
        <pc:picChg chg="add del mod">
          <ac:chgData name="Deiva Lakshmee" userId="0d675b182d531976" providerId="LiveId" clId="{D689C27B-D4C5-40EE-B4DA-D5417F25B07F}" dt="2026-07-29T16:58:30.955" v="762" actId="478"/>
          <ac:picMkLst>
            <pc:docMk/>
            <pc:sldMk cId="0" sldId="256"/>
            <ac:picMk id="13" creationId="{06F01D16-0952-042D-11BF-AEB8272F0571}"/>
          </ac:picMkLst>
        </pc:picChg>
        <pc:picChg chg="add del mod modCrop">
          <ac:chgData name="Deiva Lakshmee" userId="0d675b182d531976" providerId="LiveId" clId="{D689C27B-D4C5-40EE-B4DA-D5417F25B07F}" dt="2026-07-29T16:57:51.749" v="759" actId="478"/>
          <ac:picMkLst>
            <pc:docMk/>
            <pc:sldMk cId="0" sldId="256"/>
            <ac:picMk id="14" creationId="{EC4EF52D-E925-5783-C8DD-469260AB015E}"/>
          </ac:picMkLst>
        </pc:picChg>
        <pc:picChg chg="add del mod">
          <ac:chgData name="Deiva Lakshmee" userId="0d675b182d531976" providerId="LiveId" clId="{D689C27B-D4C5-40EE-B4DA-D5417F25B07F}" dt="2026-07-29T16:58:53.605" v="771" actId="478"/>
          <ac:picMkLst>
            <pc:docMk/>
            <pc:sldMk cId="0" sldId="256"/>
            <ac:picMk id="16" creationId="{235D64E2-0000-3518-A2E5-30B0E49C2D1A}"/>
          </ac:picMkLst>
        </pc:picChg>
        <pc:picChg chg="add mod">
          <ac:chgData name="Deiva Lakshmee" userId="0d675b182d531976" providerId="LiveId" clId="{D689C27B-D4C5-40EE-B4DA-D5417F25B07F}" dt="2026-07-29T16:59:10.775" v="777" actId="1076"/>
          <ac:picMkLst>
            <pc:docMk/>
            <pc:sldMk cId="0" sldId="256"/>
            <ac:picMk id="18" creationId="{7FEC3FA7-1AA1-C93E-F554-736815FF68D9}"/>
          </ac:picMkLst>
        </pc:picChg>
      </pc:sldChg>
      <pc:sldChg chg="addSp modSp mod">
        <pc:chgData name="Deiva Lakshmee" userId="0d675b182d531976" providerId="LiveId" clId="{D689C27B-D4C5-40EE-B4DA-D5417F25B07F}" dt="2026-07-29T16:33:27.888" v="744" actId="732"/>
        <pc:sldMkLst>
          <pc:docMk/>
          <pc:sldMk cId="0" sldId="257"/>
        </pc:sldMkLst>
        <pc:spChg chg="mod">
          <ac:chgData name="Deiva Lakshmee" userId="0d675b182d531976" providerId="LiveId" clId="{D689C27B-D4C5-40EE-B4DA-D5417F25B07F}" dt="2026-07-29T15:33:20.974" v="460"/>
          <ac:spMkLst>
            <pc:docMk/>
            <pc:sldMk cId="0" sldId="257"/>
            <ac:spMk id="3" creationId="{00000000-0000-0000-0000-000000000000}"/>
          </ac:spMkLst>
        </pc:spChg>
        <pc:spChg chg="mod">
          <ac:chgData name="Deiva Lakshmee" userId="0d675b182d531976" providerId="LiveId" clId="{D689C27B-D4C5-40EE-B4DA-D5417F25B07F}" dt="2026-07-29T16:23:10.094" v="713" actId="113"/>
          <ac:spMkLst>
            <pc:docMk/>
            <pc:sldMk cId="0" sldId="257"/>
            <ac:spMk id="4" creationId="{00000000-0000-0000-0000-000000000000}"/>
          </ac:spMkLst>
        </pc:spChg>
        <pc:picChg chg="add mod modCrop">
          <ac:chgData name="Deiva Lakshmee" userId="0d675b182d531976" providerId="LiveId" clId="{D689C27B-D4C5-40EE-B4DA-D5417F25B07F}" dt="2026-07-29T16:33:19.239" v="743" actId="732"/>
          <ac:picMkLst>
            <pc:docMk/>
            <pc:sldMk cId="0" sldId="257"/>
            <ac:picMk id="6" creationId="{4CA67802-8D1A-7536-E940-DE32EC8A1460}"/>
          </ac:picMkLst>
        </pc:picChg>
        <pc:picChg chg="add mod modCrop">
          <ac:chgData name="Deiva Lakshmee" userId="0d675b182d531976" providerId="LiveId" clId="{D689C27B-D4C5-40EE-B4DA-D5417F25B07F}" dt="2026-07-29T16:33:27.888" v="744" actId="732"/>
          <ac:picMkLst>
            <pc:docMk/>
            <pc:sldMk cId="0" sldId="257"/>
            <ac:picMk id="8" creationId="{89AF4740-23AC-070C-7198-8A1F733B37FC}"/>
          </ac:picMkLst>
        </pc:picChg>
      </pc:sldChg>
      <pc:sldChg chg="addSp delSp modSp mod">
        <pc:chgData name="Deiva Lakshmee" userId="0d675b182d531976" providerId="LiveId" clId="{D689C27B-D4C5-40EE-B4DA-D5417F25B07F}" dt="2026-07-29T16:59:24.496" v="780" actId="1076"/>
        <pc:sldMkLst>
          <pc:docMk/>
          <pc:sldMk cId="0" sldId="258"/>
        </pc:sldMkLst>
        <pc:spChg chg="mod">
          <ac:chgData name="Deiva Lakshmee" userId="0d675b182d531976" providerId="LiveId" clId="{D689C27B-D4C5-40EE-B4DA-D5417F25B07F}" dt="2026-07-29T16:34:03.769" v="748" actId="113"/>
          <ac:spMkLst>
            <pc:docMk/>
            <pc:sldMk cId="0" sldId="258"/>
            <ac:spMk id="3" creationId="{00000000-0000-0000-0000-000000000000}"/>
          </ac:spMkLst>
        </pc:spChg>
        <pc:spChg chg="mod">
          <ac:chgData name="Deiva Lakshmee" userId="0d675b182d531976" providerId="LiveId" clId="{D689C27B-D4C5-40EE-B4DA-D5417F25B07F}" dt="2026-07-29T16:23:15.671" v="714" actId="1076"/>
          <ac:spMkLst>
            <pc:docMk/>
            <pc:sldMk cId="0" sldId="258"/>
            <ac:spMk id="4" creationId="{00000000-0000-0000-0000-000000000000}"/>
          </ac:spMkLst>
        </pc:spChg>
        <pc:spChg chg="del mod">
          <ac:chgData name="Deiva Lakshmee" userId="0d675b182d531976" providerId="LiveId" clId="{D689C27B-D4C5-40EE-B4DA-D5417F25B07F}" dt="2026-07-29T16:25:40.621" v="716" actId="478"/>
          <ac:spMkLst>
            <pc:docMk/>
            <pc:sldMk cId="0" sldId="258"/>
            <ac:spMk id="5" creationId="{00000000-0000-0000-0000-000000000000}"/>
          </ac:spMkLst>
        </pc:spChg>
        <pc:spChg chg="mod">
          <ac:chgData name="Deiva Lakshmee" userId="0d675b182d531976" providerId="LiveId" clId="{D689C27B-D4C5-40EE-B4DA-D5417F25B07F}" dt="2026-07-29T16:33:58.071" v="747" actId="113"/>
          <ac:spMkLst>
            <pc:docMk/>
            <pc:sldMk cId="0" sldId="258"/>
            <ac:spMk id="6" creationId="{00000000-0000-0000-0000-000000000000}"/>
          </ac:spMkLst>
        </pc:spChg>
        <pc:spChg chg="add del mod">
          <ac:chgData name="Deiva Lakshmee" userId="0d675b182d531976" providerId="LiveId" clId="{D689C27B-D4C5-40EE-B4DA-D5417F25B07F}" dt="2026-07-29T16:11:22.595" v="593" actId="478"/>
          <ac:spMkLst>
            <pc:docMk/>
            <pc:sldMk cId="0" sldId="258"/>
            <ac:spMk id="8" creationId="{59DF3CA0-6696-C3B0-53D9-E096C9B257F6}"/>
          </ac:spMkLst>
        </pc:spChg>
        <pc:picChg chg="add mod">
          <ac:chgData name="Deiva Lakshmee" userId="0d675b182d531976" providerId="LiveId" clId="{D689C27B-D4C5-40EE-B4DA-D5417F25B07F}" dt="2026-07-29T16:58:38.808" v="766" actId="1076"/>
          <ac:picMkLst>
            <pc:docMk/>
            <pc:sldMk cId="0" sldId="258"/>
            <ac:picMk id="7" creationId="{EC07E1AA-AD58-A6B1-83C2-E358EC479F32}"/>
          </ac:picMkLst>
        </pc:picChg>
        <pc:picChg chg="add mod">
          <ac:chgData name="Deiva Lakshmee" userId="0d675b182d531976" providerId="LiveId" clId="{D689C27B-D4C5-40EE-B4DA-D5417F25B07F}" dt="2026-07-29T16:59:24.496" v="780" actId="1076"/>
          <ac:picMkLst>
            <pc:docMk/>
            <pc:sldMk cId="0" sldId="258"/>
            <ac:picMk id="9" creationId="{19B870FA-9F5A-FE69-D45A-52DEE41A95E7}"/>
          </ac:picMkLst>
        </pc:picChg>
        <pc:picChg chg="add del mod">
          <ac:chgData name="Deiva Lakshmee" userId="0d675b182d531976" providerId="LiveId" clId="{D689C27B-D4C5-40EE-B4DA-D5417F25B07F}" dt="2026-07-29T16:58:24.735" v="761" actId="478"/>
          <ac:picMkLst>
            <pc:docMk/>
            <pc:sldMk cId="0" sldId="258"/>
            <ac:picMk id="10" creationId="{0411CE04-23ED-EE22-3362-BF9975562D50}"/>
          </ac:picMkLst>
        </pc:picChg>
        <pc:picChg chg="add del mod">
          <ac:chgData name="Deiva Lakshmee" userId="0d675b182d531976" providerId="LiveId" clId="{D689C27B-D4C5-40EE-B4DA-D5417F25B07F}" dt="2026-07-29T16:58:39.964" v="767" actId="478"/>
          <ac:picMkLst>
            <pc:docMk/>
            <pc:sldMk cId="0" sldId="258"/>
            <ac:picMk id="12" creationId="{A362548E-8AC0-8EF6-A431-5ACAA0AEF838}"/>
          </ac:picMkLst>
        </pc:picChg>
      </pc:sldChg>
      <pc:sldChg chg="addSp delSp modSp mod">
        <pc:chgData name="Deiva Lakshmee" userId="0d675b182d531976" providerId="LiveId" clId="{D689C27B-D4C5-40EE-B4DA-D5417F25B07F}" dt="2026-07-29T16:59:46.871" v="787" actId="1076"/>
        <pc:sldMkLst>
          <pc:docMk/>
          <pc:sldMk cId="0" sldId="259"/>
        </pc:sldMkLst>
        <pc:spChg chg="add del mod">
          <ac:chgData name="Deiva Lakshmee" userId="0d675b182d531976" providerId="LiveId" clId="{D689C27B-D4C5-40EE-B4DA-D5417F25B07F}" dt="2026-07-29T16:37:02.773" v="758" actId="14100"/>
          <ac:spMkLst>
            <pc:docMk/>
            <pc:sldMk cId="0" sldId="259"/>
            <ac:spMk id="2" creationId="{00000000-0000-0000-0000-000000000000}"/>
          </ac:spMkLst>
        </pc:spChg>
        <pc:spChg chg="add del">
          <ac:chgData name="Deiva Lakshmee" userId="0d675b182d531976" providerId="LiveId" clId="{D689C27B-D4C5-40EE-B4DA-D5417F25B07F}" dt="2026-07-29T15:44:32.260" v="537" actId="478"/>
          <ac:spMkLst>
            <pc:docMk/>
            <pc:sldMk cId="0" sldId="259"/>
            <ac:spMk id="3" creationId="{00000000-0000-0000-0000-000000000000}"/>
          </ac:spMkLst>
        </pc:spChg>
        <pc:spChg chg="add del">
          <ac:chgData name="Deiva Lakshmee" userId="0d675b182d531976" providerId="LiveId" clId="{D689C27B-D4C5-40EE-B4DA-D5417F25B07F}" dt="2026-07-29T15:44:36.555" v="539" actId="478"/>
          <ac:spMkLst>
            <pc:docMk/>
            <pc:sldMk cId="0" sldId="259"/>
            <ac:spMk id="4" creationId="{00000000-0000-0000-0000-000000000000}"/>
          </ac:spMkLst>
        </pc:spChg>
        <pc:spChg chg="add del">
          <ac:chgData name="Deiva Lakshmee" userId="0d675b182d531976" providerId="LiveId" clId="{D689C27B-D4C5-40EE-B4DA-D5417F25B07F}" dt="2026-07-29T15:44:34.441" v="538" actId="478"/>
          <ac:spMkLst>
            <pc:docMk/>
            <pc:sldMk cId="0" sldId="259"/>
            <ac:spMk id="5" creationId="{00000000-0000-0000-0000-000000000000}"/>
          </ac:spMkLst>
        </pc:spChg>
        <pc:spChg chg="add del mod">
          <ac:chgData name="Deiva Lakshmee" userId="0d675b182d531976" providerId="LiveId" clId="{D689C27B-D4C5-40EE-B4DA-D5417F25B07F}" dt="2026-07-29T15:44:39.719" v="541" actId="478"/>
          <ac:spMkLst>
            <pc:docMk/>
            <pc:sldMk cId="0" sldId="259"/>
            <ac:spMk id="6" creationId="{00000000-0000-0000-0000-000000000000}"/>
          </ac:spMkLst>
        </pc:spChg>
        <pc:spChg chg="add del mod">
          <ac:chgData name="Deiva Lakshmee" userId="0d675b182d531976" providerId="LiveId" clId="{D689C27B-D4C5-40EE-B4DA-D5417F25B07F}" dt="2026-07-29T15:43:09.280" v="534" actId="478"/>
          <ac:spMkLst>
            <pc:docMk/>
            <pc:sldMk cId="0" sldId="259"/>
            <ac:spMk id="8" creationId="{3B681B6B-A8F3-1243-5B86-5F0088DE9DA7}"/>
          </ac:spMkLst>
        </pc:spChg>
        <pc:spChg chg="add del mod">
          <ac:chgData name="Deiva Lakshmee" userId="0d675b182d531976" providerId="LiveId" clId="{D689C27B-D4C5-40EE-B4DA-D5417F25B07F}" dt="2026-07-29T15:43:12.680" v="536" actId="478"/>
          <ac:spMkLst>
            <pc:docMk/>
            <pc:sldMk cId="0" sldId="259"/>
            <ac:spMk id="10" creationId="{E0E2E0EE-A678-5D05-EE74-7B485375D12E}"/>
          </ac:spMkLst>
        </pc:spChg>
        <pc:graphicFrameChg chg="add del mod modGraphic">
          <ac:chgData name="Deiva Lakshmee" userId="0d675b182d531976" providerId="LiveId" clId="{D689C27B-D4C5-40EE-B4DA-D5417F25B07F}" dt="2026-07-29T16:36:32.981" v="750" actId="478"/>
          <ac:graphicFrameMkLst>
            <pc:docMk/>
            <pc:sldMk cId="0" sldId="259"/>
            <ac:graphicFrameMk id="11" creationId="{F888839D-FFEB-B430-9EDF-D0073F5019D5}"/>
          </ac:graphicFrameMkLst>
        </pc:graphicFrameChg>
        <pc:picChg chg="add mod">
          <ac:chgData name="Deiva Lakshmee" userId="0d675b182d531976" providerId="LiveId" clId="{D689C27B-D4C5-40EE-B4DA-D5417F25B07F}" dt="2026-07-29T16:59:46.871" v="787" actId="1076"/>
          <ac:picMkLst>
            <pc:docMk/>
            <pc:sldMk cId="0" sldId="259"/>
            <ac:picMk id="4" creationId="{5F3AC9FB-067E-EE35-D80C-AACDB8502BFD}"/>
          </ac:picMkLst>
        </pc:picChg>
        <pc:picChg chg="add del mod">
          <ac:chgData name="Deiva Lakshmee" userId="0d675b182d531976" providerId="LiveId" clId="{D689C27B-D4C5-40EE-B4DA-D5417F25B07F}" dt="2026-07-29T16:59:27.282" v="781" actId="478"/>
          <ac:picMkLst>
            <pc:docMk/>
            <pc:sldMk cId="0" sldId="259"/>
            <ac:picMk id="13" creationId="{B9218C9D-1101-89D1-E172-199D03A1B73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5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42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5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42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5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5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9525000"/>
            <a:ext cx="18288000" cy="762000"/>
          </a:xfrm>
          <a:prstGeom prst="rect">
            <a:avLst/>
          </a:prstGeom>
        </p:spPr>
      </p:pic>
      <p:sp>
        <p:nvSpPr>
          <p:cNvPr id="2" name="Holder 2"/>
          <p:cNvSpPr>
            <a:spLocks noGrp="1"/>
          </p:cNvSpPr>
          <p:nvPr>
            <p:ph type="title"/>
          </p:nvPr>
        </p:nvSpPr>
        <p:spPr>
          <a:xfrm>
            <a:off x="5029260" y="303783"/>
            <a:ext cx="8148955" cy="961390"/>
          </a:xfrm>
          <a:prstGeom prst="rect">
            <a:avLst/>
          </a:prstGeom>
        </p:spPr>
        <p:txBody>
          <a:bodyPr wrap="square" lIns="0" tIns="0" rIns="0" bIns="0">
            <a:spAutoFit/>
          </a:bodyPr>
          <a:lstStyle>
            <a:lvl1pPr>
              <a:defRPr sz="55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445076" y="3797046"/>
            <a:ext cx="10023475" cy="2588895"/>
          </a:xfrm>
          <a:prstGeom prst="rect">
            <a:avLst/>
          </a:prstGeom>
        </p:spPr>
        <p:txBody>
          <a:bodyPr wrap="square" lIns="0" tIns="0" rIns="0" bIns="0">
            <a:spAutoFit/>
          </a:bodyPr>
          <a:lstStyle>
            <a:lvl1pPr>
              <a:defRPr sz="42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481047" y="198120"/>
            <a:ext cx="478536" cy="371856"/>
          </a:xfrm>
          <a:prstGeom prst="rect">
            <a:avLst/>
          </a:prstGeom>
        </p:spPr>
      </p:pic>
      <p:pic>
        <p:nvPicPr>
          <p:cNvPr id="3" name="object 3"/>
          <p:cNvPicPr/>
          <p:nvPr/>
        </p:nvPicPr>
        <p:blipFill>
          <a:blip r:embed="rId3" cstate="print"/>
          <a:stretch>
            <a:fillRect/>
          </a:stretch>
        </p:blipFill>
        <p:spPr>
          <a:xfrm>
            <a:off x="16532352" y="289559"/>
            <a:ext cx="1103375" cy="1060703"/>
          </a:xfrm>
          <a:prstGeom prst="rect">
            <a:avLst/>
          </a:prstGeom>
        </p:spPr>
      </p:pic>
      <p:pic>
        <p:nvPicPr>
          <p:cNvPr id="5" name="object 5"/>
          <p:cNvPicPr/>
          <p:nvPr/>
        </p:nvPicPr>
        <p:blipFill>
          <a:blip r:embed="rId4" cstate="print"/>
          <a:stretch>
            <a:fillRect/>
          </a:stretch>
        </p:blipFill>
        <p:spPr>
          <a:xfrm>
            <a:off x="2380488" y="356615"/>
            <a:ext cx="585215" cy="795527"/>
          </a:xfrm>
          <a:prstGeom prst="rect">
            <a:avLst/>
          </a:prstGeom>
        </p:spPr>
      </p:pic>
      <p:pic>
        <p:nvPicPr>
          <p:cNvPr id="6" name="object 6"/>
          <p:cNvPicPr/>
          <p:nvPr/>
        </p:nvPicPr>
        <p:blipFill>
          <a:blip r:embed="rId5" cstate="print"/>
          <a:stretch>
            <a:fillRect/>
          </a:stretch>
        </p:blipFill>
        <p:spPr>
          <a:xfrm>
            <a:off x="15111984" y="316991"/>
            <a:ext cx="182880" cy="188975"/>
          </a:xfrm>
          <a:prstGeom prst="rect">
            <a:avLst/>
          </a:prstGeom>
        </p:spPr>
      </p:pic>
      <p:pic>
        <p:nvPicPr>
          <p:cNvPr id="7" name="object 7"/>
          <p:cNvPicPr/>
          <p:nvPr/>
        </p:nvPicPr>
        <p:blipFill>
          <a:blip r:embed="rId6" cstate="print"/>
          <a:stretch>
            <a:fillRect/>
          </a:stretch>
        </p:blipFill>
        <p:spPr>
          <a:xfrm>
            <a:off x="694944" y="234695"/>
            <a:ext cx="512063" cy="697991"/>
          </a:xfrm>
          <a:prstGeom prst="rect">
            <a:avLst/>
          </a:prstGeom>
        </p:spPr>
      </p:pic>
      <p:sp>
        <p:nvSpPr>
          <p:cNvPr id="8" name="object 8"/>
          <p:cNvSpPr txBox="1"/>
          <p:nvPr/>
        </p:nvSpPr>
        <p:spPr>
          <a:xfrm>
            <a:off x="183349" y="849376"/>
            <a:ext cx="845819" cy="406400"/>
          </a:xfrm>
          <a:prstGeom prst="rect">
            <a:avLst/>
          </a:prstGeom>
        </p:spPr>
        <p:txBody>
          <a:bodyPr vert="horz" wrap="square" lIns="0" tIns="12700" rIns="0" bIns="0" rtlCol="0">
            <a:spAutoFit/>
          </a:bodyPr>
          <a:lstStyle/>
          <a:p>
            <a:pPr marL="12700">
              <a:lnSpc>
                <a:spcPct val="100000"/>
              </a:lnSpc>
              <a:spcBef>
                <a:spcPts val="100"/>
              </a:spcBef>
            </a:pPr>
            <a:r>
              <a:rPr sz="2500" spc="-40" dirty="0">
                <a:solidFill>
                  <a:srgbClr val="520085"/>
                </a:solidFill>
                <a:latin typeface="Arial MT"/>
                <a:cs typeface="Arial MT"/>
              </a:rPr>
              <a:t>Smart</a:t>
            </a:r>
            <a:endParaRPr sz="2500">
              <a:latin typeface="Arial MT"/>
              <a:cs typeface="Arial MT"/>
            </a:endParaRPr>
          </a:p>
        </p:txBody>
      </p:sp>
      <p:sp>
        <p:nvSpPr>
          <p:cNvPr id="9" name="object 9"/>
          <p:cNvSpPr txBox="1"/>
          <p:nvPr/>
        </p:nvSpPr>
        <p:spPr>
          <a:xfrm>
            <a:off x="3037045" y="377443"/>
            <a:ext cx="1200785" cy="765175"/>
          </a:xfrm>
          <a:prstGeom prst="rect">
            <a:avLst/>
          </a:prstGeom>
        </p:spPr>
        <p:txBody>
          <a:bodyPr vert="horz" wrap="square" lIns="0" tIns="75565" rIns="0" bIns="0" rtlCol="0">
            <a:spAutoFit/>
          </a:bodyPr>
          <a:lstStyle/>
          <a:p>
            <a:pPr marL="12700" marR="5080" indent="1270" algn="just">
              <a:lnSpc>
                <a:spcPct val="77100"/>
              </a:lnSpc>
              <a:spcBef>
                <a:spcPts val="595"/>
              </a:spcBef>
            </a:pPr>
            <a:r>
              <a:rPr sz="1800" spc="-315" dirty="0">
                <a:solidFill>
                  <a:srgbClr val="2F0E80"/>
                </a:solidFill>
                <a:latin typeface="Arial MT"/>
                <a:cs typeface="Arial MT"/>
              </a:rPr>
              <a:t>RAJALAKSHMI</a:t>
            </a:r>
            <a:r>
              <a:rPr sz="1800" spc="500" dirty="0">
                <a:solidFill>
                  <a:srgbClr val="2F0E80"/>
                </a:solidFill>
                <a:latin typeface="Arial MT"/>
                <a:cs typeface="Arial MT"/>
              </a:rPr>
              <a:t> </a:t>
            </a:r>
            <a:r>
              <a:rPr sz="1950" spc="-425" dirty="0">
                <a:solidFill>
                  <a:srgbClr val="2B0A75"/>
                </a:solidFill>
                <a:latin typeface="Arial MT"/>
                <a:cs typeface="Arial MT"/>
              </a:rPr>
              <a:t>ENGINEERING</a:t>
            </a:r>
            <a:r>
              <a:rPr sz="1950" spc="500" dirty="0">
                <a:solidFill>
                  <a:srgbClr val="2B0A75"/>
                </a:solidFill>
                <a:latin typeface="Arial MT"/>
                <a:cs typeface="Arial MT"/>
              </a:rPr>
              <a:t> </a:t>
            </a:r>
            <a:r>
              <a:rPr sz="2000" spc="-505" dirty="0">
                <a:solidFill>
                  <a:srgbClr val="280A77"/>
                </a:solidFill>
                <a:latin typeface="Arial MT"/>
                <a:cs typeface="Arial MT"/>
              </a:rPr>
              <a:t>COLLEGE</a:t>
            </a:r>
            <a:endParaRPr sz="2000">
              <a:latin typeface="Arial MT"/>
              <a:cs typeface="Arial MT"/>
            </a:endParaRPr>
          </a:p>
        </p:txBody>
      </p:sp>
      <p:sp>
        <p:nvSpPr>
          <p:cNvPr id="10" name="object 10" descr="$PPTXTitle"/>
          <p:cNvSpPr txBox="1">
            <a:spLocks noGrp="1"/>
          </p:cNvSpPr>
          <p:nvPr>
            <p:ph type="title"/>
          </p:nvPr>
        </p:nvSpPr>
        <p:spPr>
          <a:xfrm>
            <a:off x="5220793" y="363473"/>
            <a:ext cx="8468657" cy="897682"/>
          </a:xfrm>
          <a:prstGeom prst="rect">
            <a:avLst/>
          </a:prstGeom>
        </p:spPr>
        <p:txBody>
          <a:bodyPr vert="horz" wrap="square" lIns="0" tIns="12700" rIns="0" bIns="0" rtlCol="0">
            <a:spAutoFit/>
          </a:bodyPr>
          <a:lstStyle/>
          <a:p>
            <a:pPr marL="12700">
              <a:lnSpc>
                <a:spcPct val="100000"/>
              </a:lnSpc>
              <a:spcBef>
                <a:spcPts val="100"/>
              </a:spcBef>
            </a:pPr>
            <a:r>
              <a:rPr sz="5750" b="1" spc="290" dirty="0">
                <a:solidFill>
                  <a:srgbClr val="1D487C"/>
                </a:solidFill>
              </a:rPr>
              <a:t>S</a:t>
            </a:r>
            <a:r>
              <a:rPr lang="en-US" sz="5750" b="1" spc="290" dirty="0">
                <a:solidFill>
                  <a:srgbClr val="1D487C"/>
                </a:solidFill>
              </a:rPr>
              <a:t>M</a:t>
            </a:r>
            <a:r>
              <a:rPr sz="5750" b="1" spc="290" dirty="0">
                <a:solidFill>
                  <a:srgbClr val="1D487C"/>
                </a:solidFill>
              </a:rPr>
              <a:t>ART</a:t>
            </a:r>
            <a:r>
              <a:rPr sz="5750" b="1" spc="515" dirty="0">
                <a:solidFill>
                  <a:srgbClr val="1D487C"/>
                </a:solidFill>
              </a:rPr>
              <a:t> </a:t>
            </a:r>
            <a:r>
              <a:rPr sz="5750" b="1" spc="190" dirty="0">
                <a:solidFill>
                  <a:srgbClr val="1D487C"/>
                </a:solidFill>
              </a:rPr>
              <a:t>ABILITY</a:t>
            </a:r>
            <a:r>
              <a:rPr sz="5750" b="1" spc="434" dirty="0">
                <a:solidFill>
                  <a:srgbClr val="1D487C"/>
                </a:solidFill>
              </a:rPr>
              <a:t> </a:t>
            </a:r>
            <a:r>
              <a:rPr sz="5750" b="1" spc="-95" dirty="0">
                <a:solidFill>
                  <a:srgbClr val="1D487C"/>
                </a:solidFill>
              </a:rPr>
              <a:t>2026</a:t>
            </a:r>
            <a:endParaRPr sz="5750" b="1" dirty="0"/>
          </a:p>
        </p:txBody>
      </p:sp>
      <p:sp>
        <p:nvSpPr>
          <p:cNvPr id="11" name="object 11"/>
          <p:cNvSpPr txBox="1"/>
          <p:nvPr/>
        </p:nvSpPr>
        <p:spPr>
          <a:xfrm>
            <a:off x="14961578" y="363473"/>
            <a:ext cx="405130" cy="901700"/>
          </a:xfrm>
          <a:prstGeom prst="rect">
            <a:avLst/>
          </a:prstGeom>
        </p:spPr>
        <p:txBody>
          <a:bodyPr vert="horz" wrap="square" lIns="0" tIns="12700" rIns="0" bIns="0" rtlCol="0">
            <a:spAutoFit/>
          </a:bodyPr>
          <a:lstStyle/>
          <a:p>
            <a:pPr marL="12700">
              <a:lnSpc>
                <a:spcPct val="100000"/>
              </a:lnSpc>
              <a:spcBef>
                <a:spcPts val="100"/>
              </a:spcBef>
            </a:pPr>
            <a:r>
              <a:rPr sz="5750" spc="-1405" dirty="0">
                <a:solidFill>
                  <a:srgbClr val="1A1A1A"/>
                </a:solidFill>
                <a:latin typeface="Times New Roman"/>
                <a:cs typeface="Times New Roman"/>
              </a:rPr>
              <a:t>pg</a:t>
            </a:r>
            <a:endParaRPr sz="5750">
              <a:latin typeface="Times New Roman"/>
              <a:cs typeface="Times New Roman"/>
            </a:endParaRPr>
          </a:p>
        </p:txBody>
      </p:sp>
      <p:sp>
        <p:nvSpPr>
          <p:cNvPr id="12" name="object 12"/>
          <p:cNvSpPr txBox="1"/>
          <p:nvPr/>
        </p:nvSpPr>
        <p:spPr>
          <a:xfrm>
            <a:off x="381000" y="1350262"/>
            <a:ext cx="19775425" cy="7932941"/>
          </a:xfrm>
          <a:prstGeom prst="rect">
            <a:avLst/>
          </a:prstGeom>
        </p:spPr>
        <p:txBody>
          <a:bodyPr vert="horz" wrap="square" lIns="0" tIns="12700" rIns="0" bIns="0" rtlCol="0">
            <a:spAutoFit/>
          </a:bodyPr>
          <a:lstStyle/>
          <a:p>
            <a:pPr marR="1884680" algn="l">
              <a:lnSpc>
                <a:spcPct val="100000"/>
              </a:lnSpc>
              <a:spcBef>
                <a:spcPts val="3875"/>
              </a:spcBef>
            </a:pPr>
            <a:r>
              <a:rPr lang="en-IN" sz="4000" spc="-85" dirty="0">
                <a:latin typeface="Arial MT"/>
                <a:cs typeface="Arial MT"/>
              </a:rPr>
              <a:t>Problem</a:t>
            </a:r>
            <a:r>
              <a:rPr lang="en-IN" sz="4000" spc="-160" dirty="0">
                <a:latin typeface="Arial MT"/>
                <a:cs typeface="Arial MT"/>
              </a:rPr>
              <a:t> </a:t>
            </a:r>
            <a:r>
              <a:rPr lang="en-IN" sz="4000" spc="-120" dirty="0">
                <a:latin typeface="Arial MT"/>
                <a:cs typeface="Arial MT"/>
              </a:rPr>
              <a:t>Statement</a:t>
            </a:r>
            <a:r>
              <a:rPr lang="en-IN" sz="4000" spc="-160" dirty="0">
                <a:latin typeface="Arial MT"/>
                <a:cs typeface="Arial MT"/>
              </a:rPr>
              <a:t> </a:t>
            </a:r>
            <a:r>
              <a:rPr lang="en-IN" sz="4000" dirty="0">
                <a:latin typeface="Arial MT"/>
                <a:cs typeface="Arial MT"/>
              </a:rPr>
              <a:t>ID</a:t>
            </a:r>
            <a:r>
              <a:rPr lang="en-IN" sz="4000" spc="-45" dirty="0">
                <a:latin typeface="Arial MT"/>
                <a:cs typeface="Arial MT"/>
              </a:rPr>
              <a:t> </a:t>
            </a:r>
            <a:r>
              <a:rPr lang="en-IN" sz="4000" spc="45" dirty="0">
                <a:latin typeface="Arial MT"/>
                <a:cs typeface="Arial MT"/>
              </a:rPr>
              <a:t>: #8</a:t>
            </a:r>
            <a:endParaRPr lang="en-IN" sz="4000" dirty="0">
              <a:latin typeface="Arial MT"/>
              <a:cs typeface="Arial MT"/>
            </a:endParaRPr>
          </a:p>
          <a:p>
            <a:pPr marR="1884680" algn="l">
              <a:lnSpc>
                <a:spcPct val="100000"/>
              </a:lnSpc>
              <a:spcBef>
                <a:spcPts val="3875"/>
              </a:spcBef>
            </a:pPr>
            <a:r>
              <a:rPr sz="4000" spc="-114" dirty="0">
                <a:latin typeface="Arial MT"/>
                <a:cs typeface="Arial MT"/>
              </a:rPr>
              <a:t>P</a:t>
            </a:r>
            <a:r>
              <a:rPr lang="en-IN" sz="4000" spc="-114" dirty="0">
                <a:latin typeface="Arial MT"/>
                <a:cs typeface="Arial MT"/>
              </a:rPr>
              <a:t>r</a:t>
            </a:r>
            <a:r>
              <a:rPr sz="4000" spc="-114" dirty="0" err="1">
                <a:latin typeface="Arial MT"/>
                <a:cs typeface="Arial MT"/>
              </a:rPr>
              <a:t>oblem</a:t>
            </a:r>
            <a:r>
              <a:rPr sz="4000" spc="-135" dirty="0">
                <a:latin typeface="Arial MT"/>
                <a:cs typeface="Arial MT"/>
              </a:rPr>
              <a:t> </a:t>
            </a:r>
            <a:r>
              <a:rPr sz="4000" spc="-110" dirty="0">
                <a:latin typeface="Arial MT"/>
                <a:cs typeface="Arial MT"/>
              </a:rPr>
              <a:t>Statement</a:t>
            </a:r>
            <a:r>
              <a:rPr sz="4000" spc="-50" dirty="0">
                <a:latin typeface="Arial MT"/>
                <a:cs typeface="Arial MT"/>
              </a:rPr>
              <a:t> </a:t>
            </a:r>
            <a:r>
              <a:rPr sz="4000" dirty="0">
                <a:latin typeface="Arial MT"/>
                <a:cs typeface="Arial MT"/>
              </a:rPr>
              <a:t>Title</a:t>
            </a:r>
            <a:r>
              <a:rPr lang="en-US" sz="4000" spc="45" dirty="0">
                <a:latin typeface="Arial MT"/>
                <a:cs typeface="Arial MT"/>
              </a:rPr>
              <a:t>: </a:t>
            </a:r>
            <a:r>
              <a:rPr lang="en-US" sz="3200" b="1" spc="45" dirty="0">
                <a:latin typeface="Arial MT"/>
                <a:cs typeface="Arial MT"/>
              </a:rPr>
              <a:t>AI Based Pure Tone Audiometry Diagnosis Prediction            </a:t>
            </a:r>
            <a:endParaRPr lang="en-IN" sz="4000" b="1" dirty="0">
              <a:latin typeface="Arial Black" panose="020B0A04020102020204" pitchFamily="34" charset="0"/>
              <a:cs typeface="Times New Roman" panose="02020603050405020304" pitchFamily="18" charset="0"/>
            </a:endParaRPr>
          </a:p>
          <a:p>
            <a:pPr marR="1915160" algn="l">
              <a:lnSpc>
                <a:spcPct val="100000"/>
              </a:lnSpc>
              <a:spcBef>
                <a:spcPts val="4040"/>
              </a:spcBef>
            </a:pPr>
            <a:r>
              <a:rPr lang="en-IN" sz="3600" spc="-110" dirty="0">
                <a:latin typeface="Arial MT"/>
                <a:cs typeface="Arial MT"/>
              </a:rPr>
              <a:t>TEAM</a:t>
            </a:r>
            <a:r>
              <a:rPr lang="en-IN" sz="3600" spc="-155" dirty="0">
                <a:latin typeface="Arial MT"/>
                <a:cs typeface="Arial MT"/>
              </a:rPr>
              <a:t> </a:t>
            </a:r>
            <a:r>
              <a:rPr lang="en-IN" sz="3600" spc="-114" dirty="0">
                <a:latin typeface="Arial MT"/>
                <a:cs typeface="Arial MT"/>
              </a:rPr>
              <a:t>MEMBERS</a:t>
            </a:r>
            <a:r>
              <a:rPr lang="en-IN" sz="3600" spc="145" dirty="0">
                <a:latin typeface="Arial MT"/>
                <a:cs typeface="Arial MT"/>
              </a:rPr>
              <a:t> </a:t>
            </a:r>
            <a:r>
              <a:rPr lang="en-IN" sz="3600" spc="-50" dirty="0">
                <a:latin typeface="Arial MT"/>
                <a:cs typeface="Arial MT"/>
              </a:rPr>
              <a:t>:  </a:t>
            </a:r>
          </a:p>
          <a:p>
            <a:pPr marR="1915160" algn="l">
              <a:lnSpc>
                <a:spcPct val="100000"/>
              </a:lnSpc>
              <a:spcBef>
                <a:spcPts val="4040"/>
              </a:spcBef>
            </a:pPr>
            <a:r>
              <a:rPr lang="en-IN" sz="3200" spc="-50" dirty="0">
                <a:latin typeface="Arial MT"/>
                <a:cs typeface="Arial MT"/>
              </a:rPr>
              <a:t>1)Deiva(2418010147),</a:t>
            </a:r>
          </a:p>
          <a:p>
            <a:pPr marR="1915160" algn="l">
              <a:lnSpc>
                <a:spcPct val="100000"/>
              </a:lnSpc>
              <a:spcBef>
                <a:spcPts val="4040"/>
              </a:spcBef>
            </a:pPr>
            <a:r>
              <a:rPr lang="en-IN" sz="3200" spc="-50" dirty="0">
                <a:latin typeface="Arial MT"/>
                <a:cs typeface="Arial MT"/>
              </a:rPr>
              <a:t>2)Nivas(251701065),</a:t>
            </a:r>
          </a:p>
          <a:p>
            <a:pPr marR="1915160" algn="l">
              <a:lnSpc>
                <a:spcPct val="100000"/>
              </a:lnSpc>
              <a:spcBef>
                <a:spcPts val="4040"/>
              </a:spcBef>
            </a:pPr>
            <a:r>
              <a:rPr lang="en-IN" sz="3200" spc="-50" dirty="0">
                <a:latin typeface="Arial MT"/>
                <a:cs typeface="Arial MT"/>
              </a:rPr>
              <a:t>3)Jeya(240501019),</a:t>
            </a:r>
          </a:p>
          <a:p>
            <a:pPr marR="1915160" algn="l">
              <a:lnSpc>
                <a:spcPct val="100000"/>
              </a:lnSpc>
              <a:spcBef>
                <a:spcPts val="4040"/>
              </a:spcBef>
            </a:pPr>
            <a:r>
              <a:rPr lang="en-IN" sz="3200" spc="-50" dirty="0">
                <a:latin typeface="Arial MT"/>
                <a:cs typeface="Arial MT"/>
              </a:rPr>
              <a:t>4)Ajay(251501012)</a:t>
            </a:r>
            <a:endParaRPr lang="en-IN" sz="3200" dirty="0">
              <a:latin typeface="Arial MT"/>
              <a:cs typeface="Arial MT"/>
            </a:endParaRPr>
          </a:p>
          <a:p>
            <a:pPr marR="1884045" algn="l">
              <a:lnSpc>
                <a:spcPct val="100000"/>
              </a:lnSpc>
              <a:spcBef>
                <a:spcPts val="3934"/>
              </a:spcBef>
            </a:pPr>
            <a:r>
              <a:rPr sz="3600" spc="-315" dirty="0">
                <a:latin typeface="Arial MT"/>
                <a:cs typeface="Arial MT"/>
              </a:rPr>
              <a:t>MENTOR</a:t>
            </a:r>
            <a:r>
              <a:rPr sz="3600" spc="40" dirty="0">
                <a:latin typeface="Arial MT"/>
                <a:cs typeface="Arial MT"/>
              </a:rPr>
              <a:t> </a:t>
            </a:r>
            <a:r>
              <a:rPr sz="3600" spc="-75" dirty="0">
                <a:latin typeface="Arial MT"/>
                <a:cs typeface="Arial MT"/>
              </a:rPr>
              <a:t>NAME</a:t>
            </a:r>
            <a:r>
              <a:rPr sz="3600" spc="105" dirty="0">
                <a:latin typeface="Arial MT"/>
                <a:cs typeface="Arial MT"/>
              </a:rPr>
              <a:t> </a:t>
            </a:r>
            <a:r>
              <a:rPr sz="3900" spc="85" dirty="0">
                <a:latin typeface="Arial MT"/>
                <a:cs typeface="Arial MT"/>
              </a:rPr>
              <a:t>•</a:t>
            </a:r>
            <a:r>
              <a:rPr lang="en-US" sz="3900" spc="85" dirty="0">
                <a:latin typeface="Arial MT"/>
                <a:cs typeface="Arial MT"/>
              </a:rPr>
              <a:t> </a:t>
            </a:r>
            <a:r>
              <a:rPr lang="en-US" sz="3900" spc="85" dirty="0" err="1">
                <a:latin typeface="Arial MT"/>
                <a:cs typeface="Arial MT"/>
              </a:rPr>
              <a:t>Mrs</a:t>
            </a:r>
            <a:r>
              <a:rPr lang="en-US" sz="3900" spc="85" dirty="0">
                <a:latin typeface="Arial MT"/>
                <a:cs typeface="Arial MT"/>
              </a:rPr>
              <a:t> Selvarani </a:t>
            </a:r>
            <a:endParaRPr sz="3900" dirty="0">
              <a:latin typeface="Arial MT"/>
              <a:cs typeface="Arial MT"/>
            </a:endParaRPr>
          </a:p>
        </p:txBody>
      </p:sp>
      <p:pic>
        <p:nvPicPr>
          <p:cNvPr id="18" name="Picture 17">
            <a:extLst>
              <a:ext uri="{FF2B5EF4-FFF2-40B4-BE49-F238E27FC236}">
                <a16:creationId xmlns:a16="http://schemas.microsoft.com/office/drawing/2014/main" id="{7FEC3FA7-1AA1-C93E-F554-736815FF68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97144" y="3148650"/>
            <a:ext cx="9809856" cy="62196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495" y="3752088"/>
            <a:ext cx="14063471" cy="57912"/>
          </a:xfrm>
          <a:prstGeom prst="rect">
            <a:avLst/>
          </a:prstGeom>
        </p:spPr>
      </p:pic>
      <p:sp>
        <p:nvSpPr>
          <p:cNvPr id="3" name="object 3" descr="$PPTXTitle"/>
          <p:cNvSpPr txBox="1">
            <a:spLocks noGrp="1"/>
          </p:cNvSpPr>
          <p:nvPr>
            <p:ph type="title"/>
          </p:nvPr>
        </p:nvSpPr>
        <p:spPr>
          <a:xfrm>
            <a:off x="5029260" y="303783"/>
            <a:ext cx="8148955" cy="997453"/>
          </a:xfrm>
          <a:prstGeom prst="rect">
            <a:avLst/>
          </a:prstGeom>
        </p:spPr>
        <p:txBody>
          <a:bodyPr vert="horz" wrap="square" lIns="0" tIns="73406" rIns="0" bIns="0" rtlCol="0">
            <a:spAutoFit/>
          </a:bodyPr>
          <a:lstStyle/>
          <a:p>
            <a:pPr marL="1396365">
              <a:lnSpc>
                <a:spcPct val="100000"/>
              </a:lnSpc>
              <a:spcBef>
                <a:spcPts val="100"/>
              </a:spcBef>
            </a:pPr>
            <a:r>
              <a:rPr lang="en-IN" sz="6000" dirty="0" err="1"/>
              <a:t>HearSense</a:t>
            </a:r>
            <a:r>
              <a:rPr lang="en-IN" sz="6000" dirty="0"/>
              <a:t> AI</a:t>
            </a:r>
            <a:endParaRPr sz="5550" dirty="0"/>
          </a:p>
        </p:txBody>
      </p:sp>
      <p:sp>
        <p:nvSpPr>
          <p:cNvPr id="4" name="object 4"/>
          <p:cNvSpPr txBox="1"/>
          <p:nvPr/>
        </p:nvSpPr>
        <p:spPr>
          <a:xfrm>
            <a:off x="664845" y="1280423"/>
            <a:ext cx="17623155" cy="7726154"/>
          </a:xfrm>
          <a:prstGeom prst="rect">
            <a:avLst/>
          </a:prstGeom>
        </p:spPr>
        <p:txBody>
          <a:bodyPr vert="horz" wrap="square" lIns="0" tIns="12700" rIns="0" bIns="0" rtlCol="0">
            <a:spAutoFit/>
          </a:bodyPr>
          <a:lstStyle/>
          <a:p>
            <a:pPr marR="46990" algn="l">
              <a:lnSpc>
                <a:spcPts val="5830"/>
              </a:lnSpc>
              <a:spcBef>
                <a:spcPts val="100"/>
              </a:spcBef>
            </a:pPr>
            <a:r>
              <a:rPr lang="en-IN" sz="2800" dirty="0" err="1"/>
              <a:t>HearSense</a:t>
            </a:r>
            <a:r>
              <a:rPr lang="en-IN" sz="2800" dirty="0"/>
              <a:t> AI is an AI-assisted clinical decision support platform for Pure Tone Audiometry. It enables clinicians to manage patients, enter or upload audiograms, automatically </a:t>
            </a:r>
            <a:r>
              <a:rPr lang="en-IN" sz="2800" dirty="0" err="1"/>
              <a:t>analyze</a:t>
            </a:r>
            <a:r>
              <a:rPr lang="en-IN" sz="2800" dirty="0"/>
              <a:t> hearing thresholds, classify hearing loss degree and type, estimate disability percentage, and generate professional PDF clinical reports. The solution reduces manual effort, improves consistency of interpretation, and provides explainable AI recommendations.</a:t>
            </a:r>
          </a:p>
          <a:p>
            <a:pPr marR="46990" algn="l">
              <a:lnSpc>
                <a:spcPts val="5830"/>
              </a:lnSpc>
              <a:spcBef>
                <a:spcPts val="100"/>
              </a:spcBef>
            </a:pPr>
            <a:r>
              <a:rPr lang="en-IN" sz="2800" b="1" dirty="0">
                <a:latin typeface="Arial MT"/>
                <a:cs typeface="Arial MT"/>
              </a:rPr>
              <a:t>Key factors : </a:t>
            </a:r>
          </a:p>
          <a:p>
            <a:pPr marL="457200" indent="-457200">
              <a:buFont typeface="Arial" panose="020B0604020202020204" pitchFamily="34" charset="0"/>
              <a:buChar char="•"/>
              <a:defRPr sz="2200"/>
            </a:pPr>
            <a:r>
              <a:rPr lang="en-IN" sz="2800" dirty="0"/>
              <a:t>AI-powered clinical decision support platform for audiologists.</a:t>
            </a:r>
          </a:p>
          <a:p>
            <a:pPr marL="457200" indent="-457200">
              <a:buFont typeface="Arial" panose="020B0604020202020204" pitchFamily="34" charset="0"/>
              <a:buChar char="•"/>
              <a:defRPr sz="2200"/>
            </a:pPr>
            <a:r>
              <a:rPr lang="en-IN" sz="2800" dirty="0"/>
              <a:t>Patient management + Digital Audiogram records.</a:t>
            </a:r>
          </a:p>
          <a:p>
            <a:pPr marL="457200" indent="-457200">
              <a:buFont typeface="Arial" panose="020B0604020202020204" pitchFamily="34" charset="0"/>
              <a:buChar char="•"/>
              <a:defRPr sz="2200"/>
            </a:pPr>
            <a:r>
              <a:rPr lang="en-IN" sz="2800" dirty="0"/>
              <a:t>Manual entry and Audiogram Image Upload.</a:t>
            </a:r>
          </a:p>
          <a:p>
            <a:pPr marL="457200" indent="-457200">
              <a:buFont typeface="Arial" panose="020B0604020202020204" pitchFamily="34" charset="0"/>
              <a:buChar char="•"/>
              <a:defRPr sz="2200"/>
            </a:pPr>
            <a:r>
              <a:rPr lang="en-IN" sz="2800" dirty="0"/>
              <a:t>Automatic Hearing Loss Degree &amp; Type Classification.</a:t>
            </a:r>
          </a:p>
          <a:p>
            <a:pPr marL="457200" indent="-457200">
              <a:buFont typeface="Arial" panose="020B0604020202020204" pitchFamily="34" charset="0"/>
              <a:buChar char="•"/>
              <a:defRPr sz="2200"/>
            </a:pPr>
            <a:r>
              <a:rPr lang="en-IN" sz="2800" dirty="0"/>
              <a:t>Disability Percentage Estimation.</a:t>
            </a:r>
          </a:p>
          <a:p>
            <a:pPr marL="457200" indent="-457200">
              <a:buFont typeface="Arial" panose="020B0604020202020204" pitchFamily="34" charset="0"/>
              <a:buChar char="•"/>
              <a:defRPr sz="2200"/>
            </a:pPr>
            <a:r>
              <a:rPr lang="en-IN" sz="2800" dirty="0"/>
              <a:t>Professional PDF Clinical Report Generation.</a:t>
            </a:r>
          </a:p>
          <a:p>
            <a:pPr marR="46990" algn="l">
              <a:lnSpc>
                <a:spcPts val="5830"/>
              </a:lnSpc>
              <a:spcBef>
                <a:spcPts val="100"/>
              </a:spcBef>
            </a:pPr>
            <a:endParaRPr sz="2800" dirty="0">
              <a:latin typeface="Arial MT"/>
              <a:cs typeface="Arial MT"/>
            </a:endParaRPr>
          </a:p>
        </p:txBody>
      </p:sp>
      <p:pic>
        <p:nvPicPr>
          <p:cNvPr id="6" name="Picture 5">
            <a:extLst>
              <a:ext uri="{FF2B5EF4-FFF2-40B4-BE49-F238E27FC236}">
                <a16:creationId xmlns:a16="http://schemas.microsoft.com/office/drawing/2014/main" id="{4CA67802-8D1A-7536-E940-DE32EC8A1460}"/>
              </a:ext>
            </a:extLst>
          </p:cNvPr>
          <p:cNvPicPr>
            <a:picLocks noChangeAspect="1"/>
          </p:cNvPicPr>
          <p:nvPr/>
        </p:nvPicPr>
        <p:blipFill>
          <a:blip r:embed="rId3">
            <a:extLst>
              <a:ext uri="{28A0092B-C50C-407E-A947-70E740481C1C}">
                <a14:useLocalDpi xmlns:a14="http://schemas.microsoft.com/office/drawing/2010/main" val="0"/>
              </a:ext>
            </a:extLst>
          </a:blip>
          <a:srcRect l="1872" t="49886" b="8811"/>
          <a:stretch>
            <a:fillRect/>
          </a:stretch>
        </p:blipFill>
        <p:spPr>
          <a:xfrm>
            <a:off x="10058400" y="7023680"/>
            <a:ext cx="7988046" cy="2241483"/>
          </a:xfrm>
          <a:prstGeom prst="rect">
            <a:avLst/>
          </a:prstGeom>
        </p:spPr>
      </p:pic>
      <p:pic>
        <p:nvPicPr>
          <p:cNvPr id="8" name="Picture 7">
            <a:extLst>
              <a:ext uri="{FF2B5EF4-FFF2-40B4-BE49-F238E27FC236}">
                <a16:creationId xmlns:a16="http://schemas.microsoft.com/office/drawing/2014/main" id="{89AF4740-23AC-070C-7198-8A1F733B37FC}"/>
              </a:ext>
            </a:extLst>
          </p:cNvPr>
          <p:cNvPicPr>
            <a:picLocks noChangeAspect="1"/>
          </p:cNvPicPr>
          <p:nvPr/>
        </p:nvPicPr>
        <p:blipFill>
          <a:blip r:embed="rId3">
            <a:extLst>
              <a:ext uri="{28A0092B-C50C-407E-A947-70E740481C1C}">
                <a14:useLocalDpi xmlns:a14="http://schemas.microsoft.com/office/drawing/2010/main" val="0"/>
              </a:ext>
            </a:extLst>
          </a:blip>
          <a:srcRect l="34561" t="7692" r="3126" b="50962"/>
          <a:stretch>
            <a:fillRect/>
          </a:stretch>
        </p:blipFill>
        <p:spPr>
          <a:xfrm>
            <a:off x="11049000" y="4327173"/>
            <a:ext cx="6710641" cy="24118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99008" y="3965447"/>
            <a:ext cx="45719" cy="51815"/>
          </a:xfrm>
          <a:prstGeom prst="rect">
            <a:avLst/>
          </a:prstGeom>
        </p:spPr>
      </p:pic>
      <p:sp>
        <p:nvSpPr>
          <p:cNvPr id="3" name="object 3" descr="$PPTXTitle"/>
          <p:cNvSpPr txBox="1">
            <a:spLocks noGrp="1"/>
          </p:cNvSpPr>
          <p:nvPr>
            <p:ph type="title"/>
          </p:nvPr>
        </p:nvSpPr>
        <p:spPr>
          <a:xfrm>
            <a:off x="838200" y="419100"/>
            <a:ext cx="8915340" cy="843821"/>
          </a:xfrm>
          <a:prstGeom prst="rect">
            <a:avLst/>
          </a:prstGeom>
        </p:spPr>
        <p:txBody>
          <a:bodyPr vert="horz" wrap="square" lIns="0" tIns="12700" rIns="0" bIns="0" rtlCol="0">
            <a:spAutoFit/>
          </a:bodyPr>
          <a:lstStyle/>
          <a:p>
            <a:pPr marL="12700">
              <a:lnSpc>
                <a:spcPct val="100000"/>
              </a:lnSpc>
              <a:spcBef>
                <a:spcPts val="100"/>
              </a:spcBef>
            </a:pPr>
            <a:r>
              <a:rPr sz="5400" b="1" spc="130" dirty="0"/>
              <a:t>TECHNICAL</a:t>
            </a:r>
            <a:r>
              <a:rPr sz="5400" b="1" spc="580" dirty="0"/>
              <a:t> </a:t>
            </a:r>
            <a:r>
              <a:rPr sz="5400" b="1" spc="125" dirty="0"/>
              <a:t>APPROACH</a:t>
            </a:r>
            <a:endParaRPr sz="5400" b="1" dirty="0"/>
          </a:p>
        </p:txBody>
      </p:sp>
      <p:sp>
        <p:nvSpPr>
          <p:cNvPr id="4" name="object 4"/>
          <p:cNvSpPr txBox="1"/>
          <p:nvPr/>
        </p:nvSpPr>
        <p:spPr>
          <a:xfrm>
            <a:off x="753919" y="1663319"/>
            <a:ext cx="4541951" cy="666849"/>
          </a:xfrm>
          <a:prstGeom prst="rect">
            <a:avLst/>
          </a:prstGeom>
        </p:spPr>
        <p:txBody>
          <a:bodyPr vert="horz" wrap="square" lIns="0" tIns="12700" rIns="0" bIns="0" rtlCol="0">
            <a:spAutoFit/>
          </a:bodyPr>
          <a:lstStyle/>
          <a:p>
            <a:pPr marL="12700">
              <a:lnSpc>
                <a:spcPct val="100000"/>
              </a:lnSpc>
              <a:spcBef>
                <a:spcPts val="100"/>
              </a:spcBef>
            </a:pPr>
            <a:r>
              <a:rPr sz="4250" spc="-65" dirty="0">
                <a:latin typeface="Arial MT"/>
                <a:cs typeface="Arial MT"/>
              </a:rPr>
              <a:t>Technologies</a:t>
            </a:r>
            <a:r>
              <a:rPr lang="en-US" sz="4250" spc="-65" dirty="0">
                <a:latin typeface="Arial MT"/>
                <a:cs typeface="Arial MT"/>
              </a:rPr>
              <a:t> : </a:t>
            </a:r>
            <a:endParaRPr sz="4250" dirty="0">
              <a:latin typeface="Arial MT"/>
              <a:cs typeface="Arial MT"/>
            </a:endParaRPr>
          </a:p>
        </p:txBody>
      </p:sp>
      <p:sp>
        <p:nvSpPr>
          <p:cNvPr id="6" name="object 6"/>
          <p:cNvSpPr txBox="1"/>
          <p:nvPr/>
        </p:nvSpPr>
        <p:spPr>
          <a:xfrm>
            <a:off x="13648320" y="160290"/>
            <a:ext cx="3649079" cy="674544"/>
          </a:xfrm>
          <a:prstGeom prst="rect">
            <a:avLst/>
          </a:prstGeom>
        </p:spPr>
        <p:txBody>
          <a:bodyPr vert="horz" wrap="square" lIns="0" tIns="12700" rIns="0" bIns="0" rtlCol="0">
            <a:spAutoFit/>
          </a:bodyPr>
          <a:lstStyle/>
          <a:p>
            <a:pPr marL="12700">
              <a:lnSpc>
                <a:spcPct val="100000"/>
              </a:lnSpc>
              <a:spcBef>
                <a:spcPts val="100"/>
              </a:spcBef>
            </a:pPr>
            <a:r>
              <a:rPr sz="4300" b="1" spc="-90" dirty="0">
                <a:latin typeface="Arial MT"/>
                <a:cs typeface="Arial MT"/>
              </a:rPr>
              <a:t>Methodology</a:t>
            </a:r>
            <a:endParaRPr sz="4300" b="1" dirty="0">
              <a:latin typeface="Arial MT"/>
              <a:cs typeface="Arial MT"/>
            </a:endParaRPr>
          </a:p>
        </p:txBody>
      </p:sp>
      <p:pic>
        <p:nvPicPr>
          <p:cNvPr id="7" name="Picture 6">
            <a:extLst>
              <a:ext uri="{FF2B5EF4-FFF2-40B4-BE49-F238E27FC236}">
                <a16:creationId xmlns:a16="http://schemas.microsoft.com/office/drawing/2014/main" id="{EC07E1AA-AD58-A6B1-83C2-E358EC479F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2188" y="834834"/>
            <a:ext cx="5804264" cy="8706396"/>
          </a:xfrm>
          <a:prstGeom prst="rect">
            <a:avLst/>
          </a:prstGeom>
        </p:spPr>
      </p:pic>
      <p:pic>
        <p:nvPicPr>
          <p:cNvPr id="9" name="Picture 8">
            <a:extLst>
              <a:ext uri="{FF2B5EF4-FFF2-40B4-BE49-F238E27FC236}">
                <a16:creationId xmlns:a16="http://schemas.microsoft.com/office/drawing/2014/main" id="{19B870FA-9F5A-FE69-D45A-52DEE41A95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485900"/>
            <a:ext cx="11535198" cy="76901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rot="16200000">
            <a:off x="-3786714" y="3340072"/>
            <a:ext cx="10053956" cy="859210"/>
          </a:xfrm>
          <a:prstGeom prst="rect">
            <a:avLst/>
          </a:prstGeom>
        </p:spPr>
        <p:txBody>
          <a:bodyPr vert="horz" wrap="square" lIns="0" tIns="12700" rIns="0" bIns="0" rtlCol="0">
            <a:spAutoFit/>
          </a:bodyPr>
          <a:lstStyle/>
          <a:p>
            <a:pPr marL="110489">
              <a:lnSpc>
                <a:spcPct val="100000"/>
              </a:lnSpc>
              <a:spcBef>
                <a:spcPts val="100"/>
              </a:spcBef>
            </a:pPr>
            <a:r>
              <a:rPr b="1" spc="65" dirty="0"/>
              <a:t>IMPACT</a:t>
            </a:r>
            <a:r>
              <a:rPr b="1" spc="200" dirty="0"/>
              <a:t> </a:t>
            </a:r>
            <a:r>
              <a:rPr b="1" spc="-20" dirty="0"/>
              <a:t>AND</a:t>
            </a:r>
            <a:r>
              <a:rPr b="1" spc="10" dirty="0"/>
              <a:t> </a:t>
            </a:r>
            <a:r>
              <a:rPr b="1" spc="45" dirty="0"/>
              <a:t>BENEFITS</a:t>
            </a:r>
          </a:p>
        </p:txBody>
      </p:sp>
      <p:pic>
        <p:nvPicPr>
          <p:cNvPr id="4" name="Picture 3">
            <a:extLst>
              <a:ext uri="{FF2B5EF4-FFF2-40B4-BE49-F238E27FC236}">
                <a16:creationId xmlns:a16="http://schemas.microsoft.com/office/drawing/2014/main" id="{5F3AC9FB-067E-EE35-D80C-AACDB8502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495300"/>
            <a:ext cx="16002000" cy="8585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TotalTime>
  <Words>180</Words>
  <Application>Microsoft Office PowerPoint</Application>
  <PresentationFormat>Custom</PresentationFormat>
  <Paragraphs>25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Arial Black</vt:lpstr>
      <vt:lpstr>Arial MT</vt:lpstr>
      <vt:lpstr>Times New Roman</vt:lpstr>
      <vt:lpstr>Office Theme</vt:lpstr>
      <vt:lpstr>SMART ABILITY 2026</vt:lpstr>
      <vt:lpstr>HearSense AI</vt:lpstr>
      <vt:lpstr>TECHNICAL APPROACH</vt:lpstr>
      <vt:lpstr>IMPACT AND 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SmartAbilityIDEA-Presentation-Format.key</dc:title>
  <dc:creator>BHARATH S 231001027</dc:creator>
  <cp:keywords>DAHQbTFGRdg,BAGcwKD2lQg</cp:keywords>
  <cp:lastModifiedBy>Deiva Lakshmee</cp:lastModifiedBy>
  <cp:revision>1</cp:revision>
  <dcterms:created xsi:type="dcterms:W3CDTF">2026-07-29T15:21:15Z</dcterms:created>
  <dcterms:modified xsi:type="dcterms:W3CDTF">2026-07-29T16:59:50Z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2026-07-25T00:00:00Z</vt:filetime>
  </property>
  <property fmtid="{D5CDD505-2E9C-101B-9397-08002B2CF9AE}" pid="4" name="Creator">
    <vt:lpwstr>Canva</vt:lpwstr>
  </property>
  <property fmtid="{D5CDD505-2E9C-101B-9397-08002B2CF9AE}" pid="5" name="LastSaved">
    <vt:filetime>2026-07-29T00:00:00Z</vt:filetime>
  </property>
  <property fmtid="{D5CDD505-2E9C-101B-9397-08002B2CF9AE}" pid="6" name="Producer">
    <vt:lpwstr>Canva</vt:lpwstr>
  </property>
</Properties>
</file>